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1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1 of the 3-slide PPTX test presentation.</a:t>
            </a:r>
          </a:p>
          <a:p>
            <a:r>
              <a:t>This presentation tests multi-slide text extraction and preview generation.</a:t>
            </a:r>
          </a:p>
          <a:p>
            <a:r>
              <a:t>Unique content on slide 1 for testing purposes.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2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2 of the 3-slide PPTX test presentation.</a:t>
            </a:r>
          </a:p>
          <a:p>
            <a:r>
              <a:t>This presentation tests multi-slide text extraction and preview generation.</a:t>
            </a:r>
          </a:p>
          <a:p>
            <a:r>
              <a:t>Unique content on slide 2 for testing purposes.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Slide 3 of 3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This is slide 3 of the 3-slide PPTX test presentation.</a:t>
            </a:r>
          </a:p>
          <a:p>
            <a:r>
              <a:t>This presentation tests multi-slide text extraction and preview generation.</a:t>
            </a:r>
          </a:p>
          <a:p>
            <a:r>
              <a:t>Unique content on slide 3 for testing purposes.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