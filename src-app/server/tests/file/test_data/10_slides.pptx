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1: Testing PPTX text extraction per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2: Testing PPTX text extraction per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3: Testing PPTX text extraction per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4: Testing PPTX text extraction per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5: Testing PPTX text extraction per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6: Testing PPTX text extraction per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7: Testing PPTX text extraction per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8: Testing PPTX text extraction per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9: Testing PPTX text extraction per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 of the 10-slide PPTX test presentation.</a:t>
            </a:r>
          </a:p>
          <a:p>
            <a:r>
              <a:t>This presentation tests handling of larger presentations.</a:t>
            </a:r>
          </a:p>
          <a:p>
            <a:r>
              <a:t>The system should generate up to 5 previews (slides 1-5).</a:t>
            </a:r>
          </a:p>
          <a:p>
            <a:r>
              <a:t>Unique content for slide 10: Testing PPTX text extraction per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